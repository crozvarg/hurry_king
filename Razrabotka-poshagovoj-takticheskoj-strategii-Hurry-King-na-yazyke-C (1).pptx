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Open Sans" panose="020B0606030504020204" pitchFamily="34" charset="0"/>
      <p:regular r:id="rId12"/>
    </p:embeddedFont>
    <p:embeddedFont>
      <p:font typeface="Open Sans Bold" panose="020B0806030504020204" charset="0"/>
      <p:regular r:id="rId13"/>
    </p:embeddedFont>
    <p:embeddedFont>
      <p:font typeface="Unbounded Bold" panose="020B0604020202020204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342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051396"/>
            <a:ext cx="4722763" cy="22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Разработка пошаговой тактической стратегии «Hurry King» на языке C#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3478932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Проект по объектно-ориентированному программированию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Автор: Караев Руслан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278"/>
            <a:ext cx="4522887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Цель и задачи проекта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96119" y="857101"/>
            <a:ext cx="8151763" cy="518592"/>
          </a:xfrm>
          <a:prstGeom prst="roundRect">
            <a:avLst>
              <a:gd name="adj" fmla="val 8791"/>
            </a:avLst>
          </a:prstGeom>
          <a:solidFill>
            <a:srgbClr val="D6F5E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14" y="1002506"/>
            <a:ext cx="135657" cy="108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8767" y="967234"/>
            <a:ext cx="769061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Цель:</a:t>
            </a: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Проектирование и разработка интерактивной игры в жанре пошаговой тактической стратегии с использованием ООП-инструментов Windows Forms.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96119" y="1500336"/>
            <a:ext cx="2628007" cy="27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Задачи: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896294"/>
            <a:ext cx="8151763" cy="6511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682" y="2120131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027584" y="2019077"/>
            <a:ext cx="2164631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Динамическая матрица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027584" y="2238449"/>
            <a:ext cx="7497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Реализовать динамическую матрицу игрового поля на базе компонента DataGridView.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630537"/>
            <a:ext cx="8151763" cy="6511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3682" y="2854375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027584" y="2753320"/>
            <a:ext cx="13939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Логика захвата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027584" y="2972693"/>
            <a:ext cx="7497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Запрограммировать логику захвата территорий и пошаговые механики зон влияния.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364781"/>
            <a:ext cx="8151763" cy="65119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3682" y="3588618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027584" y="3487564"/>
            <a:ext cx="174255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Сохранение сессий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1027584" y="3706937"/>
            <a:ext cx="7497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Реализовать автономную систему сохранения и чтения игровых сессий через текстовые файлы.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4099024"/>
            <a:ext cx="8151763" cy="65119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3682" y="4322862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1027584" y="4221807"/>
            <a:ext cx="226084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Графический интерфейс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027584" y="4441180"/>
            <a:ext cx="7497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Создать эргономичный графический интерфейс с поддержкой динамического масштабирования.</a:t>
            </a:r>
            <a:endParaRPr lang="en-US" sz="85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1E9E825-B374-4F26-A7D4-2A7297E5ABDF}"/>
              </a:ext>
            </a:extLst>
          </p:cNvPr>
          <p:cNvSpPr/>
          <p:nvPr/>
        </p:nvSpPr>
        <p:spPr>
          <a:xfrm>
            <a:off x="7981950" y="4796954"/>
            <a:ext cx="1085850" cy="263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160"/>
            <a:ext cx="654970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Игровые механики и правила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96119" y="1043583"/>
            <a:ext cx="4019624" cy="1781621"/>
          </a:xfrm>
          <a:prstGeom prst="roundRect">
            <a:avLst>
              <a:gd name="adj" fmla="val 2976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7087" y="1174552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26A68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267" y="1278657"/>
            <a:ext cx="170408" cy="170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7087" y="1665759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Игровой цикл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7087" y="1930450"/>
            <a:ext cx="375768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Пошаговое противостояние двух игроков на одном компьютере за владение ячейками поля.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8183" y="1043583"/>
            <a:ext cx="4019699" cy="1781621"/>
          </a:xfrm>
          <a:prstGeom prst="roundRect">
            <a:avLst>
              <a:gd name="adj" fmla="val 2976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9151" y="1174552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26A68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3331" y="1278657"/>
            <a:ext cx="170408" cy="1704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9151" y="1665759"/>
            <a:ext cx="301213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Механика задержки захвата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59151" y="1930450"/>
            <a:ext cx="375776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Клетки вокруг нового замка становятся временной «зоной влияния» (флагами) и переходят в постоянную собственность (замки) только в начале следующего хода этого же игрока.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96119" y="2937644"/>
            <a:ext cx="4019624" cy="1781621"/>
          </a:xfrm>
          <a:prstGeom prst="roundRect">
            <a:avLst>
              <a:gd name="adj" fmla="val 2976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087" y="3068613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26A68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267" y="3172718"/>
            <a:ext cx="170408" cy="1704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7087" y="3559820"/>
            <a:ext cx="215659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Механика перехвата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27087" y="3824511"/>
            <a:ext cx="3757687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Игрокам разрешено строить замки прямо на клетках чужого влияния. При этом 2 соседние клетки влияния соперника автоматически перекрашиваются в пользу атакующего.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28183" y="2937644"/>
            <a:ext cx="4019699" cy="1781621"/>
          </a:xfrm>
          <a:prstGeom prst="roundRect">
            <a:avLst>
              <a:gd name="adj" fmla="val 2976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59151" y="3068613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26A688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3331" y="3172718"/>
            <a:ext cx="170408" cy="1704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9151" y="3559820"/>
            <a:ext cx="169686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Игровые бонусы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59151" y="3824511"/>
            <a:ext cx="375776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Случайная генерация непроходимых препятствий (стен) и золотых шахт, дающих право на бонусный ход.</a:t>
            </a:r>
            <a:endParaRPr lang="en-US" sz="95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5669664-CB5B-468C-BF62-AD7C6F703935}"/>
              </a:ext>
            </a:extLst>
          </p:cNvPr>
          <p:cNvSpPr/>
          <p:nvPr/>
        </p:nvSpPr>
        <p:spPr>
          <a:xfrm>
            <a:off x="7981950" y="4796954"/>
            <a:ext cx="1085850" cy="263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49611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ООП-</a:t>
            </a:r>
            <a:r>
              <a:rPr lang="en-US" sz="13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архитектура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2154"/>
            <a:ext cx="7315200" cy="4114800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D76DCCA-C691-4092-BA58-8ACEF75D86C9}"/>
              </a:ext>
            </a:extLst>
          </p:cNvPr>
          <p:cNvSpPr/>
          <p:nvPr/>
        </p:nvSpPr>
        <p:spPr>
          <a:xfrm>
            <a:off x="7981950" y="4790604"/>
            <a:ext cx="1085850" cy="263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5093"/>
            <a:ext cx="850649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Результаты работы и бэклог задач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640681"/>
            <a:ext cx="4107135" cy="2517725"/>
          </a:xfrm>
          <a:prstGeom prst="roundRect">
            <a:avLst>
              <a:gd name="adj" fmla="val 4054"/>
            </a:avLst>
          </a:prstGeom>
          <a:solidFill>
            <a:srgbClr val="26A688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782440"/>
            <a:ext cx="35610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Что уже сделано в проекте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145655"/>
            <a:ext cx="3823618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Полностью реализован игровой цикл, механика задержки захвата и перехвата флагов.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Интегрировано скрывающееся верхнее меню MenuStrip, реагирующее на курсор мыши.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Написана файловая система сохранения и чтения игрового прогресса через StreamWriter/Reader.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 приятный пастельный flat-дизайн сетки для визуального разделения фракций.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782440"/>
            <a:ext cx="42616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Что предстоит доделать (Бэклог)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145655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Замена цветной заливки ячеек на полноценные графические текстуры (.jpg/.png).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Перевод сохранения на стандартизированную JSON/XML сериализацию объектов.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Разработка искусственного интеллекта (бота) для одиночного режима игры.</a:t>
            </a:r>
            <a:endParaRPr lang="en-US" sz="11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72D158D-4C1D-4BF9-8228-4AB1ADE69732}"/>
              </a:ext>
            </a:extLst>
          </p:cNvPr>
          <p:cNvSpPr/>
          <p:nvPr/>
        </p:nvSpPr>
        <p:spPr>
          <a:xfrm>
            <a:off x="7981950" y="4796954"/>
            <a:ext cx="1085850" cy="263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294</Words>
  <Application>Microsoft Office PowerPoint</Application>
  <PresentationFormat>Экран (16:9)</PresentationFormat>
  <Paragraphs>43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Unbounded Bold</vt:lpstr>
      <vt:lpstr>Open Sans</vt:lpstr>
      <vt:lpstr>Arial</vt:lpstr>
      <vt:lpstr>Open Sans 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студент</cp:lastModifiedBy>
  <cp:revision>2</cp:revision>
  <dcterms:created xsi:type="dcterms:W3CDTF">2026-06-29T21:38:20Z</dcterms:created>
  <dcterms:modified xsi:type="dcterms:W3CDTF">2026-06-30T07:01:06Z</dcterms:modified>
</cp:coreProperties>
</file>